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CC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F214D-1F76-F841-A2D3-D2CDEC996226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8F2629-DFF2-3040-B162-07C266238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57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8F2629-DFF2-3040-B162-07C266238A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631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5F1C9-B1AB-F855-B7C7-009C7C5C6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607A0-2019-78E6-1507-1898C06E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17C50-479A-6E50-7318-903343218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E3129-AD95-4720-18A4-1970BB3C8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D9CF2-6DBC-17C6-C6CC-DC4CA7643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390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664BC-B0E4-6BE9-0BC0-E322ECA9A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50573-3894-E57F-F1E2-5948D1A4E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7BE19-7617-8DE0-7786-6A032EAD1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22590-BAD6-A20A-C0C0-DFE8F3A6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76FB8-C88D-17A0-0B19-1B5FA09A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21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FDAA7-2E61-785D-0964-1ED5E03AC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9F672-4333-EE2F-ABED-60738A01D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A80E3-74CE-FAD5-774E-4E32F5A99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062FF-1233-E79C-E558-698B93F70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7F761-8DD7-2E05-600F-ACDD404B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5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ED23-DBE7-C642-6654-2D23F0C15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C355B-C66C-0297-CC34-7F3C6728A9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521D0-1E26-4EF0-65F3-4CDA32FC7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4398F-8FB1-95B4-01DD-765090166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6A2DB-5CC1-77C3-6A33-5DD26BB48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7D988-DB85-EA48-D58A-E5244015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14E1D-1911-4E67-9190-03B90D085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4AA0F-7463-4B39-B0B5-E6CADDFE9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5D7EC-8AF8-7331-8C52-2CF41B5BD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FCD2B7-2CCC-2F8C-15C2-16A53AF9C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93A4FA-3235-685E-1B8B-A916EF59AF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D67578-26C9-01FE-3BBE-40794C159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8/26/25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08203-B4CC-8721-31EB-C73018CD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9438B8-0795-3C75-1FC4-324D7A58A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50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5C58-AED8-DA00-0C54-36CEDA437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90A9E9-7A99-0311-8D85-21D6071B0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7D185-8CCC-1368-8C69-54AD2DF3E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2E928-75ED-22EF-41EB-FB755E8D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B7288-A85F-2FB7-F8D4-1012A5968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8/26/25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1746B5-1D7D-F67F-97C0-5540DADE1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1F500-4570-9185-1C56-5FFBC7E9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010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DE91D-E1E0-8C0C-EDE4-69E072976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4617A-39D9-370A-9C6B-1FDA24C57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4A875-BABB-8FC4-A134-C4CCED26E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117FD8-671B-6912-66C0-A547EB2B1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16DFF-ACB3-4B3E-5662-BDA22207E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BD037-3FDC-5544-7235-3F58D5099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70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7D84-B9A0-78A4-9253-4096D550A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32B048-F3A3-2CEE-ABBE-579CFFA06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35414-5E7C-4BAC-8759-BB541BF1A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88A92-3563-3A9F-FE2F-DA75C1956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30820-EF60-CE44-55DF-ED46FD2E3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0CA88-CF58-2B0A-8289-5BB30813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464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16590-6271-2803-A035-D52C3F78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A7787-D928-0DA3-80B0-E84042E7C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7DEA4-38A5-D0EB-0427-238CBCC01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9CA7E-994B-9E6B-7A1A-AB50B4FE9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7BB67-758B-D302-49DA-BC0B3D544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6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A38E28-989D-DAAD-50CC-A3175F26D3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437DB7-120C-F054-1C67-61430B95D9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BBC5B-25E5-D464-CC13-29B7E38A7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38FF-858C-0643-98FD-89636F5F9C82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F2997-EA85-F2A2-A1DB-46566DD75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7CCFB-461F-487F-95E2-0FC025816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6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359A2E-9408-617F-70AC-CD8CDE2ED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642EB-1150-C379-8B97-292262A50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47DE0-AAEF-B3C8-6734-3CC1564487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F38FF-858C-0643-98FD-89636F5F9C82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3AD55-FDFC-D7CD-40C7-7A4635DE86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0EE82-4242-2D63-7B68-2F0A17AAB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13F6DC-D5E6-334B-8616-85070140F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79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5B8313-1C51-B4B0-0816-63BA4195FA7D}"/>
              </a:ext>
            </a:extLst>
          </p:cNvPr>
          <p:cNvSpPr txBox="1"/>
          <p:nvPr/>
        </p:nvSpPr>
        <p:spPr>
          <a:xfrm>
            <a:off x="239485" y="304799"/>
            <a:ext cx="34333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Component Dynamics Overview </a:t>
            </a:r>
          </a:p>
          <a:p>
            <a:endParaRPr lang="en-US" dirty="0"/>
          </a:p>
          <a:p>
            <a:r>
              <a:rPr lang="en-US" sz="1200" dirty="0"/>
              <a:t>Health = condition (damage/ wear-tear) </a:t>
            </a:r>
          </a:p>
          <a:p>
            <a:r>
              <a:rPr lang="en-US" sz="1200" dirty="0"/>
              <a:t>Age = lifecycle progress (time-based)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D6C461-257F-3BFE-5A11-32F3A2549551}"/>
              </a:ext>
            </a:extLst>
          </p:cNvPr>
          <p:cNvSpPr txBox="1"/>
          <p:nvPr/>
        </p:nvSpPr>
        <p:spPr>
          <a:xfrm>
            <a:off x="446314" y="2554853"/>
            <a:ext cx="2287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Health Damage Rate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AE0173-CBDA-ED37-E453-4FCD35107969}"/>
              </a:ext>
            </a:extLst>
          </p:cNvPr>
          <p:cNvSpPr txBox="1"/>
          <p:nvPr/>
        </p:nvSpPr>
        <p:spPr>
          <a:xfrm>
            <a:off x="446314" y="3226477"/>
            <a:ext cx="2287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Aging Rate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BB6A38-4770-9478-8363-C85F06E08023}"/>
              </a:ext>
            </a:extLst>
          </p:cNvPr>
          <p:cNvSpPr txBox="1"/>
          <p:nvPr/>
        </p:nvSpPr>
        <p:spPr>
          <a:xfrm>
            <a:off x="446313" y="3898101"/>
            <a:ext cx="2287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Impact Energy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D8F818-D532-EC8C-32C5-52BC394D6D32}"/>
              </a:ext>
            </a:extLst>
          </p:cNvPr>
          <p:cNvSpPr txBox="1"/>
          <p:nvPr/>
        </p:nvSpPr>
        <p:spPr>
          <a:xfrm>
            <a:off x="3672797" y="3226477"/>
            <a:ext cx="2287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Aging Function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55A89B-C7C6-3E36-44F6-D70815EDDA35}"/>
              </a:ext>
            </a:extLst>
          </p:cNvPr>
          <p:cNvSpPr txBox="1"/>
          <p:nvPr/>
        </p:nvSpPr>
        <p:spPr>
          <a:xfrm>
            <a:off x="6601054" y="3226477"/>
            <a:ext cx="44044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Age State (initialized at Nominal Age)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975C5-3B35-72BF-216E-795549C97391}"/>
              </a:ext>
            </a:extLst>
          </p:cNvPr>
          <p:cNvSpPr txBox="1"/>
          <p:nvPr/>
        </p:nvSpPr>
        <p:spPr>
          <a:xfrm>
            <a:off x="3672796" y="2554853"/>
            <a:ext cx="2287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HS Function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3DEDAB-BFF8-ED1F-AE70-CAF1B57D8150}"/>
              </a:ext>
            </a:extLst>
          </p:cNvPr>
          <p:cNvSpPr txBox="1"/>
          <p:nvPr/>
        </p:nvSpPr>
        <p:spPr>
          <a:xfrm>
            <a:off x="370726" y="6368535"/>
            <a:ext cx="2011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HS -&gt; Health State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57195E-9AFF-FC5B-80FE-854DD664B853}"/>
              </a:ext>
            </a:extLst>
          </p:cNvPr>
          <p:cNvSpPr txBox="1"/>
          <p:nvPr/>
        </p:nvSpPr>
        <p:spPr>
          <a:xfrm>
            <a:off x="3672795" y="3909220"/>
            <a:ext cx="2287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Impact Function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2D9A51-D683-0600-99EE-8F3A0A35CDA7}"/>
              </a:ext>
            </a:extLst>
          </p:cNvPr>
          <p:cNvSpPr txBox="1"/>
          <p:nvPr/>
        </p:nvSpPr>
        <p:spPr>
          <a:xfrm>
            <a:off x="6601054" y="3909220"/>
            <a:ext cx="44044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Impact Based Damage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B53506-B028-D638-1B00-8CF1EC41D245}"/>
              </a:ext>
            </a:extLst>
          </p:cNvPr>
          <p:cNvSpPr txBox="1"/>
          <p:nvPr/>
        </p:nvSpPr>
        <p:spPr>
          <a:xfrm>
            <a:off x="3672794" y="1633873"/>
            <a:ext cx="73326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Functionality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8271884-07DF-B051-C30C-5607F83068DF}"/>
              </a:ext>
            </a:extLst>
          </p:cNvPr>
          <p:cNvCxnSpPr>
            <a:stCxn id="6" idx="3"/>
            <a:endCxn id="11" idx="1"/>
          </p:cNvCxnSpPr>
          <p:nvPr/>
        </p:nvCxnSpPr>
        <p:spPr>
          <a:xfrm>
            <a:off x="2733543" y="2739519"/>
            <a:ext cx="939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984A899-B0CF-F9C9-9CE4-D1F0444DB8B3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733543" y="3411143"/>
            <a:ext cx="9392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2D5CD8-AABE-7BBE-5D3B-CD0E674472DF}"/>
              </a:ext>
            </a:extLst>
          </p:cNvPr>
          <p:cNvCxnSpPr/>
          <p:nvPr/>
        </p:nvCxnSpPr>
        <p:spPr>
          <a:xfrm>
            <a:off x="2733541" y="4103914"/>
            <a:ext cx="939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F008D47-F883-3026-E4A8-E7F37F23A3C8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5960024" y="4082142"/>
            <a:ext cx="641030" cy="117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C4C9949-8F88-709F-617C-C97DE8874557}"/>
              </a:ext>
            </a:extLst>
          </p:cNvPr>
          <p:cNvCxnSpPr>
            <a:cxnSpLocks/>
          </p:cNvCxnSpPr>
          <p:nvPr/>
        </p:nvCxnSpPr>
        <p:spPr>
          <a:xfrm>
            <a:off x="5960024" y="3417256"/>
            <a:ext cx="641030" cy="117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3DB56ED-CDB8-ED1E-0411-A5138EF7F9E9}"/>
              </a:ext>
            </a:extLst>
          </p:cNvPr>
          <p:cNvCxnSpPr>
            <a:cxnSpLocks/>
          </p:cNvCxnSpPr>
          <p:nvPr/>
        </p:nvCxnSpPr>
        <p:spPr>
          <a:xfrm>
            <a:off x="5960024" y="2733497"/>
            <a:ext cx="641030" cy="117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CDB0CC3-3C2A-4828-D1C7-30C4A11C4FD1}"/>
              </a:ext>
            </a:extLst>
          </p:cNvPr>
          <p:cNvSpPr txBox="1"/>
          <p:nvPr/>
        </p:nvSpPr>
        <p:spPr>
          <a:xfrm>
            <a:off x="2797446" y="4967407"/>
            <a:ext cx="81144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Clock 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A50721FA-0451-DC4D-13EA-F1AF6A233DF5}"/>
              </a:ext>
            </a:extLst>
          </p:cNvPr>
          <p:cNvCxnSpPr>
            <a:stCxn id="29" idx="0"/>
            <a:endCxn id="11" idx="1"/>
          </p:cNvCxnSpPr>
          <p:nvPr/>
        </p:nvCxnSpPr>
        <p:spPr>
          <a:xfrm rot="5400000" flipH="1" flipV="1">
            <a:off x="2324037" y="3618649"/>
            <a:ext cx="2227888" cy="4696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6E58E938-A244-7AAD-B40B-DE2EE0BAB21A}"/>
              </a:ext>
            </a:extLst>
          </p:cNvPr>
          <p:cNvCxnSpPr>
            <a:cxnSpLocks/>
            <a:stCxn id="29" idx="0"/>
            <a:endCxn id="9" idx="1"/>
          </p:cNvCxnSpPr>
          <p:nvPr/>
        </p:nvCxnSpPr>
        <p:spPr>
          <a:xfrm rot="5400000" flipH="1" flipV="1">
            <a:off x="2659850" y="3954460"/>
            <a:ext cx="1556264" cy="4696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7ECEA970-DFFF-A90E-DA9A-52EB82AC603C}"/>
              </a:ext>
            </a:extLst>
          </p:cNvPr>
          <p:cNvCxnSpPr>
            <a:stCxn id="13" idx="3"/>
            <a:endCxn id="15" idx="3"/>
          </p:cNvCxnSpPr>
          <p:nvPr/>
        </p:nvCxnSpPr>
        <p:spPr>
          <a:xfrm>
            <a:off x="11005457" y="2739519"/>
            <a:ext cx="12700" cy="1354367"/>
          </a:xfrm>
          <a:prstGeom prst="bent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2DE66A6B-529A-A998-A887-B2FE92C9989F}"/>
              </a:ext>
            </a:extLst>
          </p:cNvPr>
          <p:cNvCxnSpPr>
            <a:stCxn id="13" idx="0"/>
            <a:endCxn id="16" idx="2"/>
          </p:cNvCxnSpPr>
          <p:nvPr/>
        </p:nvCxnSpPr>
        <p:spPr>
          <a:xfrm rot="16200000" flipV="1">
            <a:off x="7795367" y="1546964"/>
            <a:ext cx="551648" cy="146413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D2E1AED2-074F-B2F2-625F-84CD2DCB9445}"/>
              </a:ext>
            </a:extLst>
          </p:cNvPr>
          <p:cNvCxnSpPr>
            <a:stCxn id="10" idx="0"/>
            <a:endCxn id="16" idx="2"/>
          </p:cNvCxnSpPr>
          <p:nvPr/>
        </p:nvCxnSpPr>
        <p:spPr>
          <a:xfrm rot="16200000" flipV="1">
            <a:off x="7459555" y="1882776"/>
            <a:ext cx="1223272" cy="1464130"/>
          </a:xfrm>
          <a:prstGeom prst="bentConnector3">
            <a:avLst>
              <a:gd name="adj1" fmla="val 995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EB4CD91-45B4-C343-DB3D-FD2AE75C248E}"/>
              </a:ext>
            </a:extLst>
          </p:cNvPr>
          <p:cNvSpPr txBox="1"/>
          <p:nvPr/>
        </p:nvSpPr>
        <p:spPr>
          <a:xfrm>
            <a:off x="6601054" y="2554853"/>
            <a:ext cx="440440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HS Function (initialized at Nominal Health)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C286A1-0FB4-012E-E44B-50F564292BED}"/>
              </a:ext>
            </a:extLst>
          </p:cNvPr>
          <p:cNvSpPr txBox="1"/>
          <p:nvPr/>
        </p:nvSpPr>
        <p:spPr>
          <a:xfrm>
            <a:off x="11440886" y="6368535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8/9</a:t>
            </a:r>
          </a:p>
        </p:txBody>
      </p:sp>
    </p:spTree>
    <p:extLst>
      <p:ext uri="{BB962C8B-B14F-4D97-AF65-F5344CB8AC3E}">
        <p14:creationId xmlns:p14="http://schemas.microsoft.com/office/powerpoint/2010/main" val="3483772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7D9F39-8197-081B-A549-CF574EBC258C}"/>
              </a:ext>
            </a:extLst>
          </p:cNvPr>
          <p:cNvSpPr txBox="1"/>
          <p:nvPr/>
        </p:nvSpPr>
        <p:spPr>
          <a:xfrm>
            <a:off x="892629" y="1317171"/>
            <a:ext cx="2301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Physical Component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F3D70F-8E2B-BE77-AD79-2CB76195B515}"/>
              </a:ext>
            </a:extLst>
          </p:cNvPr>
          <p:cNvSpPr txBox="1"/>
          <p:nvPr/>
        </p:nvSpPr>
        <p:spPr>
          <a:xfrm>
            <a:off x="1399763" y="3386239"/>
            <a:ext cx="2409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Electrical Component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07B290-F50E-A476-FBB5-74C5DBE41A66}"/>
              </a:ext>
            </a:extLst>
          </p:cNvPr>
          <p:cNvSpPr txBox="1"/>
          <p:nvPr/>
        </p:nvSpPr>
        <p:spPr>
          <a:xfrm>
            <a:off x="4634633" y="2220685"/>
            <a:ext cx="2136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Energy Component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45F551-7F0D-97A7-62E2-92025C8120AE}"/>
              </a:ext>
            </a:extLst>
          </p:cNvPr>
          <p:cNvSpPr txBox="1"/>
          <p:nvPr/>
        </p:nvSpPr>
        <p:spPr>
          <a:xfrm>
            <a:off x="5127172" y="685800"/>
            <a:ext cx="2192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Operational Context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90F48E-BD16-A172-3C27-C42EAC36676E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2043201" y="1686503"/>
            <a:ext cx="561507" cy="16997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2F751C-0897-B619-2914-6648D98DA764}"/>
              </a:ext>
            </a:extLst>
          </p:cNvPr>
          <p:cNvCxnSpPr>
            <a:cxnSpLocks/>
            <a:stCxn id="2" idx="3"/>
            <a:endCxn id="5" idx="0"/>
          </p:cNvCxnSpPr>
          <p:nvPr/>
        </p:nvCxnSpPr>
        <p:spPr>
          <a:xfrm>
            <a:off x="3193772" y="1501837"/>
            <a:ext cx="2509327" cy="718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8A8231-8D93-EF09-157F-9734825C4479}"/>
              </a:ext>
            </a:extLst>
          </p:cNvPr>
          <p:cNvCxnSpPr>
            <a:cxnSpLocks/>
            <a:stCxn id="3" idx="3"/>
            <a:endCxn id="5" idx="2"/>
          </p:cNvCxnSpPr>
          <p:nvPr/>
        </p:nvCxnSpPr>
        <p:spPr>
          <a:xfrm flipV="1">
            <a:off x="3809653" y="2590017"/>
            <a:ext cx="1893446" cy="980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7AAC402-0D82-7543-F0D6-2EF8D43AF816}"/>
              </a:ext>
            </a:extLst>
          </p:cNvPr>
          <p:cNvCxnSpPr>
            <a:cxnSpLocks/>
            <a:stCxn id="6" idx="1"/>
            <a:endCxn id="2" idx="0"/>
          </p:cNvCxnSpPr>
          <p:nvPr/>
        </p:nvCxnSpPr>
        <p:spPr>
          <a:xfrm flipH="1">
            <a:off x="2043201" y="870466"/>
            <a:ext cx="3083971" cy="4467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7A108AB-20BA-8BAC-70B9-68B65053FB37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 flipH="1">
            <a:off x="5703099" y="1055132"/>
            <a:ext cx="520335" cy="11655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7DC8405-AE5C-434E-AF3F-8EE000F1557A}"/>
              </a:ext>
            </a:extLst>
          </p:cNvPr>
          <p:cNvCxnSpPr>
            <a:cxnSpLocks/>
            <a:stCxn id="6" idx="2"/>
            <a:endCxn id="3" idx="0"/>
          </p:cNvCxnSpPr>
          <p:nvPr/>
        </p:nvCxnSpPr>
        <p:spPr>
          <a:xfrm flipH="1">
            <a:off x="2604708" y="1055132"/>
            <a:ext cx="3618726" cy="2331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5511CD3-68DE-B896-00E1-3554E50BBE3C}"/>
              </a:ext>
            </a:extLst>
          </p:cNvPr>
          <p:cNvSpPr txBox="1"/>
          <p:nvPr/>
        </p:nvSpPr>
        <p:spPr>
          <a:xfrm>
            <a:off x="105513" y="4716195"/>
            <a:ext cx="24756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Electrical Component: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Status </a:t>
            </a:r>
          </a:p>
          <a:p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6AD107-AF82-DADA-B9E0-A209B2627AB2}"/>
              </a:ext>
            </a:extLst>
          </p:cNvPr>
          <p:cNvSpPr txBox="1"/>
          <p:nvPr/>
        </p:nvSpPr>
        <p:spPr>
          <a:xfrm>
            <a:off x="3335844" y="4716195"/>
            <a:ext cx="209044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Energy Component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Initial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Charge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Discharge Rate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BE2E0C-2E02-B485-5A84-D11E8BA711A8}"/>
              </a:ext>
            </a:extLst>
          </p:cNvPr>
          <p:cNvSpPr txBox="1"/>
          <p:nvPr/>
        </p:nvSpPr>
        <p:spPr>
          <a:xfrm>
            <a:off x="6732709" y="4716195"/>
            <a:ext cx="21925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Operational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Charge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Discharge Rate </a:t>
            </a:r>
          </a:p>
          <a:p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F31D8E-88A5-2B66-A9CC-6A525B193ECD}"/>
              </a:ext>
            </a:extLst>
          </p:cNvPr>
          <p:cNvSpPr txBox="1"/>
          <p:nvPr/>
        </p:nvSpPr>
        <p:spPr>
          <a:xfrm>
            <a:off x="11353801" y="636853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398408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6B47806-8DD3-D6EF-52BC-51985F431706}"/>
                  </a:ext>
                </a:extLst>
              </p:cNvPr>
              <p:cNvSpPr/>
              <p:nvPr/>
            </p:nvSpPr>
            <p:spPr>
              <a:xfrm>
                <a:off x="7059735" y="3918857"/>
                <a:ext cx="1475014" cy="147501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𝐵𝑎𝑡𝑡𝑒𝑟𝑦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6B47806-8DD3-D6EF-52BC-51985F4317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9735" y="3918857"/>
                <a:ext cx="1475014" cy="147501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602610C-48C6-9A7F-6764-3DF54170D940}"/>
                  </a:ext>
                </a:extLst>
              </p:cNvPr>
              <p:cNvSpPr/>
              <p:nvPr/>
            </p:nvSpPr>
            <p:spPr>
              <a:xfrm>
                <a:off x="9034843" y="2151101"/>
                <a:ext cx="1475014" cy="1475014"/>
              </a:xfrm>
              <a:prstGeom prst="ellipse">
                <a:avLst/>
              </a:prstGeom>
              <a:solidFill>
                <a:srgbClr val="9BCCF7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𝑝𝑟𝑜𝑣𝑖𝑑𝑒𝑠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𝑐h𝑎𝑟𝑔𝑒</m:t>
                              </m:r>
                            </m:e>
                          </m:eqAr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602610C-48C6-9A7F-6764-3DF54170D9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4843" y="2151101"/>
                <a:ext cx="1475014" cy="147501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B9EF884-8B3D-F4A9-6A30-CAC5D0667234}"/>
                  </a:ext>
                </a:extLst>
              </p:cNvPr>
              <p:cNvSpPr/>
              <p:nvPr/>
            </p:nvSpPr>
            <p:spPr>
              <a:xfrm>
                <a:off x="4448435" y="3940237"/>
                <a:ext cx="1475014" cy="147501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𝑏𝑎𝑡𝑡𝑒𝑟𝑦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B9EF884-8B3D-F4A9-6A30-CAC5D06672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435" y="3940237"/>
                <a:ext cx="1475014" cy="147501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C029B68-B306-4DBE-1369-750AA06186EC}"/>
                  </a:ext>
                </a:extLst>
              </p:cNvPr>
              <p:cNvSpPr/>
              <p:nvPr/>
            </p:nvSpPr>
            <p:spPr>
              <a:xfrm>
                <a:off x="8933528" y="5252217"/>
                <a:ext cx="1475014" cy="1475014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𝑏𝑎𝑡𝑡𝑒𝑟𝑦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C029B68-B306-4DBE-1369-750AA06186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528" y="5252217"/>
                <a:ext cx="1475014" cy="147501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3599C2D-7487-F199-EC96-17CF6E322C91}"/>
              </a:ext>
            </a:extLst>
          </p:cNvPr>
          <p:cNvCxnSpPr/>
          <p:nvPr/>
        </p:nvCxnSpPr>
        <p:spPr>
          <a:xfrm flipV="1">
            <a:off x="8318738" y="3410104"/>
            <a:ext cx="932116" cy="724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44DF66-BB3C-BA03-3535-92191DACDB4B}"/>
              </a:ext>
            </a:extLst>
          </p:cNvPr>
          <p:cNvCxnSpPr>
            <a:cxnSpLocks/>
          </p:cNvCxnSpPr>
          <p:nvPr/>
        </p:nvCxnSpPr>
        <p:spPr>
          <a:xfrm flipH="1">
            <a:off x="5923449" y="4656364"/>
            <a:ext cx="1136286" cy="21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2F613A-8543-3F7A-5276-8147085FA0AA}"/>
              </a:ext>
            </a:extLst>
          </p:cNvPr>
          <p:cNvCxnSpPr>
            <a:cxnSpLocks/>
          </p:cNvCxnSpPr>
          <p:nvPr/>
        </p:nvCxnSpPr>
        <p:spPr>
          <a:xfrm flipV="1">
            <a:off x="5707438" y="2888608"/>
            <a:ext cx="3327405" cy="1267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A6DCEF7-E600-F3DF-FED0-1C3757FC6585}"/>
              </a:ext>
            </a:extLst>
          </p:cNvPr>
          <p:cNvCxnSpPr>
            <a:cxnSpLocks/>
          </p:cNvCxnSpPr>
          <p:nvPr/>
        </p:nvCxnSpPr>
        <p:spPr>
          <a:xfrm>
            <a:off x="8318738" y="5177860"/>
            <a:ext cx="830801" cy="290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6A9BBC5-7015-BEDB-BB38-7D6FA15C062A}"/>
              </a:ext>
            </a:extLst>
          </p:cNvPr>
          <p:cNvCxnSpPr>
            <a:cxnSpLocks/>
          </p:cNvCxnSpPr>
          <p:nvPr/>
        </p:nvCxnSpPr>
        <p:spPr>
          <a:xfrm flipV="1">
            <a:off x="9671035" y="3626115"/>
            <a:ext cx="101315" cy="16261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C997330-C90B-E474-A861-D9272D2E4F07}"/>
              </a:ext>
            </a:extLst>
          </p:cNvPr>
          <p:cNvSpPr txBox="1"/>
          <p:nvPr/>
        </p:nvSpPr>
        <p:spPr>
          <a:xfrm>
            <a:off x="11353801" y="636853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8/11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81E029-D0A5-3A9B-53FC-D9CCB023D9CD}"/>
              </a:ext>
            </a:extLst>
          </p:cNvPr>
          <p:cNvSpPr txBox="1"/>
          <p:nvPr/>
        </p:nvSpPr>
        <p:spPr>
          <a:xfrm>
            <a:off x="870857" y="1001486"/>
            <a:ext cx="1015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Battery! </a:t>
            </a:r>
          </a:p>
        </p:txBody>
      </p:sp>
    </p:spTree>
    <p:extLst>
      <p:ext uri="{BB962C8B-B14F-4D97-AF65-F5344CB8AC3E}">
        <p14:creationId xmlns:p14="http://schemas.microsoft.com/office/powerpoint/2010/main" val="3639069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FC997330-C90B-E474-A861-D9272D2E4F07}"/>
              </a:ext>
            </a:extLst>
          </p:cNvPr>
          <p:cNvSpPr txBox="1"/>
          <p:nvPr/>
        </p:nvSpPr>
        <p:spPr>
          <a:xfrm>
            <a:off x="11353801" y="636853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8/26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F989BED-9E81-E18E-5038-7B7568B6C42A}"/>
              </a:ext>
            </a:extLst>
          </p:cNvPr>
          <p:cNvGrpSpPr/>
          <p:nvPr/>
        </p:nvGrpSpPr>
        <p:grpSpPr>
          <a:xfrm>
            <a:off x="2986095" y="2266630"/>
            <a:ext cx="3874244" cy="1857888"/>
            <a:chOff x="2986095" y="2266630"/>
            <a:chExt cx="3874244" cy="185788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7C088A9-D156-282D-77D8-B984204F0691}"/>
                </a:ext>
              </a:extLst>
            </p:cNvPr>
            <p:cNvSpPr/>
            <p:nvPr/>
          </p:nvSpPr>
          <p:spPr>
            <a:xfrm>
              <a:off x="3931434" y="2884106"/>
              <a:ext cx="1202163" cy="6229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B5DE4C5-4445-B2FD-4471-D049C0B3CC69}"/>
                </a:ext>
              </a:extLst>
            </p:cNvPr>
            <p:cNvSpPr/>
            <p:nvPr/>
          </p:nvSpPr>
          <p:spPr>
            <a:xfrm>
              <a:off x="5002452" y="2266630"/>
              <a:ext cx="1857887" cy="185788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28861F3-C0EC-72D4-2B66-A2A6D1641106}"/>
                </a:ext>
              </a:extLst>
            </p:cNvPr>
            <p:cNvSpPr/>
            <p:nvPr/>
          </p:nvSpPr>
          <p:spPr>
            <a:xfrm>
              <a:off x="2986095" y="2643673"/>
              <a:ext cx="1103804" cy="110380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783249A-C1BE-C07E-A6AD-2D5B4120FA3C}"/>
                </a:ext>
              </a:extLst>
            </p:cNvPr>
            <p:cNvSpPr/>
            <p:nvPr/>
          </p:nvSpPr>
          <p:spPr>
            <a:xfrm>
              <a:off x="5398596" y="2626334"/>
              <a:ext cx="1080081" cy="1080081"/>
            </a:xfrm>
            <a:prstGeom prst="ellipse">
              <a:avLst/>
            </a:prstGeom>
            <a:noFill/>
            <a:ln w="28575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B97180B-ECE1-4093-B6EB-073D5626A84A}"/>
              </a:ext>
            </a:extLst>
          </p:cNvPr>
          <p:cNvGrpSpPr/>
          <p:nvPr/>
        </p:nvGrpSpPr>
        <p:grpSpPr>
          <a:xfrm>
            <a:off x="9391510" y="673194"/>
            <a:ext cx="952751" cy="843907"/>
            <a:chOff x="8915529" y="5428527"/>
            <a:chExt cx="864091" cy="765376"/>
          </a:xfrm>
          <a:solidFill>
            <a:srgbClr val="FDE2E0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6D7AE69-00D2-0D5C-C48C-30B4B0BB761E}"/>
                </a:ext>
              </a:extLst>
            </p:cNvPr>
            <p:cNvSpPr/>
            <p:nvPr/>
          </p:nvSpPr>
          <p:spPr>
            <a:xfrm>
              <a:off x="8915531" y="5428527"/>
              <a:ext cx="856527" cy="7653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7A9A980-FC63-B4D7-B3A4-45F9DBCFAD47}"/>
                </a:ext>
              </a:extLst>
            </p:cNvPr>
            <p:cNvSpPr/>
            <p:nvPr/>
          </p:nvSpPr>
          <p:spPr>
            <a:xfrm>
              <a:off x="9183679" y="5685099"/>
              <a:ext cx="323558" cy="28743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654AE33-BC6A-A7E4-EA8D-0553D96B8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4800" y="5440629"/>
              <a:ext cx="264820" cy="256572"/>
            </a:xfrm>
            <a:prstGeom prst="line">
              <a:avLst/>
            </a:prstGeom>
            <a:grpFill/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7301ED9-A418-2D82-E758-53E0D263D473}"/>
                </a:ext>
              </a:extLst>
            </p:cNvPr>
            <p:cNvCxnSpPr>
              <a:cxnSpLocks/>
            </p:cNvCxnSpPr>
            <p:nvPr/>
          </p:nvCxnSpPr>
          <p:spPr>
            <a:xfrm>
              <a:off x="9504591" y="5972537"/>
              <a:ext cx="264820" cy="221366"/>
            </a:xfrm>
            <a:prstGeom prst="line">
              <a:avLst/>
            </a:prstGeom>
            <a:grpFill/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6DC680-1C03-0F09-F93D-384D21AF5A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36069" y="5445019"/>
              <a:ext cx="268149" cy="256572"/>
            </a:xfrm>
            <a:prstGeom prst="line">
              <a:avLst/>
            </a:prstGeom>
            <a:grpFill/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7A7B1D3-BC17-18B1-F2EF-61025FD918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15529" y="5972537"/>
              <a:ext cx="268149" cy="221366"/>
            </a:xfrm>
            <a:prstGeom prst="line">
              <a:avLst/>
            </a:prstGeom>
            <a:grpFill/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266CA1E9-04C4-F280-BA10-E1EEF438CC01}"/>
              </a:ext>
            </a:extLst>
          </p:cNvPr>
          <p:cNvSpPr/>
          <p:nvPr/>
        </p:nvSpPr>
        <p:spPr>
          <a:xfrm>
            <a:off x="10479002" y="1053537"/>
            <a:ext cx="427355" cy="438968"/>
          </a:xfrm>
          <a:prstGeom prst="ellipse">
            <a:avLst/>
          </a:prstGeom>
          <a:solidFill>
            <a:srgbClr val="DAE3F3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5D0B8A-89BF-81DD-BFC7-379092A4F866}"/>
              </a:ext>
            </a:extLst>
          </p:cNvPr>
          <p:cNvSpPr/>
          <p:nvPr/>
        </p:nvSpPr>
        <p:spPr>
          <a:xfrm>
            <a:off x="1494058" y="4886581"/>
            <a:ext cx="1580779" cy="843908"/>
          </a:xfrm>
          <a:prstGeom prst="rect">
            <a:avLst/>
          </a:prstGeom>
          <a:solidFill>
            <a:srgbClr val="FDE2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2659048-FF9C-0E4D-89C9-21716D78FA37}"/>
              </a:ext>
            </a:extLst>
          </p:cNvPr>
          <p:cNvSpPr/>
          <p:nvPr/>
        </p:nvSpPr>
        <p:spPr>
          <a:xfrm>
            <a:off x="3181804" y="5260737"/>
            <a:ext cx="427355" cy="438968"/>
          </a:xfrm>
          <a:prstGeom prst="ellipse">
            <a:avLst/>
          </a:prstGeom>
          <a:solidFill>
            <a:srgbClr val="DAE3F3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77C8D7-C4BF-FE65-4B9E-F84FEA65D997}"/>
              </a:ext>
            </a:extLst>
          </p:cNvPr>
          <p:cNvSpPr txBox="1"/>
          <p:nvPr/>
        </p:nvSpPr>
        <p:spPr>
          <a:xfrm>
            <a:off x="5263984" y="1952004"/>
            <a:ext cx="1359545" cy="373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Main Dome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3E3B6B-2778-253A-E0C8-FA8D73B30A32}"/>
              </a:ext>
            </a:extLst>
          </p:cNvPr>
          <p:cNvSpPr txBox="1"/>
          <p:nvPr/>
        </p:nvSpPr>
        <p:spPr>
          <a:xfrm>
            <a:off x="3973474" y="2442848"/>
            <a:ext cx="892930" cy="373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Tunnel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859536-48AE-A00A-43F0-558A8475EA74}"/>
              </a:ext>
            </a:extLst>
          </p:cNvPr>
          <p:cNvSpPr txBox="1"/>
          <p:nvPr/>
        </p:nvSpPr>
        <p:spPr>
          <a:xfrm>
            <a:off x="2788276" y="3706415"/>
            <a:ext cx="1710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Secondary Dome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830D9A-A9DD-99E6-66D3-7F9C5090D2E0}"/>
              </a:ext>
            </a:extLst>
          </p:cNvPr>
          <p:cNvSpPr txBox="1"/>
          <p:nvPr/>
        </p:nvSpPr>
        <p:spPr>
          <a:xfrm>
            <a:off x="1670663" y="5121890"/>
            <a:ext cx="1238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Solar Arrays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B6FDC0-5AD4-C6BC-F583-05C6747ADB01}"/>
              </a:ext>
            </a:extLst>
          </p:cNvPr>
          <p:cNvSpPr txBox="1"/>
          <p:nvPr/>
        </p:nvSpPr>
        <p:spPr>
          <a:xfrm>
            <a:off x="9163435" y="1561549"/>
            <a:ext cx="1383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Nuclear Reactor 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B4F1C1F-A8A4-7A23-C6AF-9EDF98A1F5BD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8500" y1="34000" x2="38500" y2="34000"/>
                        <a14:foregroundMark x1="46750" y1="44000" x2="46750" y2="44000"/>
                        <a14:foregroundMark x1="50000" y1="75000" x2="50000" y2="75000"/>
                      </a14:backgroundRemoval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98205" y="1095147"/>
            <a:ext cx="769915" cy="769915"/>
          </a:xfrm>
          <a:prstGeom prst="rect">
            <a:avLst/>
          </a:prstGeom>
        </p:spPr>
      </p:pic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468EE024-7BBF-C0D7-4BEF-E8CBFFA24C70}"/>
              </a:ext>
            </a:extLst>
          </p:cNvPr>
          <p:cNvCxnSpPr>
            <a:stCxn id="25" idx="0"/>
            <a:endCxn id="86" idx="4"/>
          </p:cNvCxnSpPr>
          <p:nvPr/>
        </p:nvCxnSpPr>
        <p:spPr>
          <a:xfrm rot="5400000" flipH="1" flipV="1">
            <a:off x="1769812" y="3437299"/>
            <a:ext cx="1963919" cy="934647"/>
          </a:xfrm>
          <a:prstGeom prst="bentConnector3">
            <a:avLst>
              <a:gd name="adj1" fmla="val 104562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88D90B0F-CFB7-6C24-1F3E-BE1FA6B25C53}"/>
              </a:ext>
            </a:extLst>
          </p:cNvPr>
          <p:cNvCxnSpPr>
            <a:cxnSpLocks/>
            <a:stCxn id="18" idx="1"/>
            <a:endCxn id="86" idx="4"/>
          </p:cNvCxnSpPr>
          <p:nvPr/>
        </p:nvCxnSpPr>
        <p:spPr>
          <a:xfrm rot="10800000" flipV="1">
            <a:off x="3219096" y="1095148"/>
            <a:ext cx="6172417" cy="1827514"/>
          </a:xfrm>
          <a:prstGeom prst="bentConnector4">
            <a:avLst>
              <a:gd name="adj1" fmla="val 49402"/>
              <a:gd name="adj2" fmla="val -7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2262EF78-E9FC-0319-1284-FDDC34D2BC68}"/>
              </a:ext>
            </a:extLst>
          </p:cNvPr>
          <p:cNvSpPr/>
          <p:nvPr/>
        </p:nvSpPr>
        <p:spPr>
          <a:xfrm>
            <a:off x="433339" y="551503"/>
            <a:ext cx="2529363" cy="25114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DB7D17-3EF3-048A-B88D-1F7C1075D7DD}"/>
              </a:ext>
            </a:extLst>
          </p:cNvPr>
          <p:cNvSpPr txBox="1"/>
          <p:nvPr/>
        </p:nvSpPr>
        <p:spPr>
          <a:xfrm>
            <a:off x="657493" y="1955422"/>
            <a:ext cx="5245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BCDU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F7D143-4085-7D08-3249-0EA4E40BDC5D}"/>
              </a:ext>
            </a:extLst>
          </p:cNvPr>
          <p:cNvSpPr txBox="1"/>
          <p:nvPr/>
        </p:nvSpPr>
        <p:spPr>
          <a:xfrm>
            <a:off x="1137031" y="2509842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Batteries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C494933-EF8A-9D36-6E88-DC0BD7A0284E}"/>
              </a:ext>
            </a:extLst>
          </p:cNvPr>
          <p:cNvGrpSpPr/>
          <p:nvPr/>
        </p:nvGrpSpPr>
        <p:grpSpPr>
          <a:xfrm>
            <a:off x="1175339" y="2263102"/>
            <a:ext cx="552895" cy="240665"/>
            <a:chOff x="4866404" y="956091"/>
            <a:chExt cx="552895" cy="240665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239FCF6-FE02-7BC1-AE94-4C02B34C3862}"/>
                </a:ext>
              </a:extLst>
            </p:cNvPr>
            <p:cNvSpPr/>
            <p:nvPr/>
          </p:nvSpPr>
          <p:spPr>
            <a:xfrm>
              <a:off x="4866404" y="956091"/>
              <a:ext cx="113558" cy="1135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41D1547-A646-4E29-1B55-B3040A537677}"/>
                </a:ext>
              </a:extLst>
            </p:cNvPr>
            <p:cNvSpPr/>
            <p:nvPr/>
          </p:nvSpPr>
          <p:spPr>
            <a:xfrm>
              <a:off x="4866404" y="1082060"/>
              <a:ext cx="113558" cy="1135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E4AF088-72EC-F2DA-2141-89A746FB837A}"/>
                </a:ext>
              </a:extLst>
            </p:cNvPr>
            <p:cNvSpPr/>
            <p:nvPr/>
          </p:nvSpPr>
          <p:spPr>
            <a:xfrm>
              <a:off x="5086355" y="956091"/>
              <a:ext cx="113558" cy="1135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C3AF4A6-99D3-5EF1-D761-E8FABD0DCD13}"/>
                </a:ext>
              </a:extLst>
            </p:cNvPr>
            <p:cNvSpPr/>
            <p:nvPr/>
          </p:nvSpPr>
          <p:spPr>
            <a:xfrm>
              <a:off x="5086355" y="1082060"/>
              <a:ext cx="113558" cy="1135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F15E017-ED24-13C4-0C3A-B44690A0D463}"/>
                </a:ext>
              </a:extLst>
            </p:cNvPr>
            <p:cNvSpPr/>
            <p:nvPr/>
          </p:nvSpPr>
          <p:spPr>
            <a:xfrm>
              <a:off x="5305741" y="957229"/>
              <a:ext cx="113558" cy="1135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D2D7DA0-3E9A-580A-F83A-4541796979F7}"/>
                </a:ext>
              </a:extLst>
            </p:cNvPr>
            <p:cNvSpPr/>
            <p:nvPr/>
          </p:nvSpPr>
          <p:spPr>
            <a:xfrm>
              <a:off x="5305741" y="1083198"/>
              <a:ext cx="113558" cy="1135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78F5B97B-DE9A-61D6-9FB9-4F0D30AC7C3E}"/>
              </a:ext>
            </a:extLst>
          </p:cNvPr>
          <p:cNvSpPr/>
          <p:nvPr/>
        </p:nvSpPr>
        <p:spPr>
          <a:xfrm>
            <a:off x="1174266" y="2001477"/>
            <a:ext cx="113558" cy="1135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A44741B-BCC6-41F3-5C16-6B1A876E1762}"/>
              </a:ext>
            </a:extLst>
          </p:cNvPr>
          <p:cNvSpPr/>
          <p:nvPr/>
        </p:nvSpPr>
        <p:spPr>
          <a:xfrm>
            <a:off x="1393792" y="1998974"/>
            <a:ext cx="113558" cy="1135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FA788EA-4898-92CC-FD2A-1F4AAA9C9830}"/>
              </a:ext>
            </a:extLst>
          </p:cNvPr>
          <p:cNvSpPr/>
          <p:nvPr/>
        </p:nvSpPr>
        <p:spPr>
          <a:xfrm>
            <a:off x="1620854" y="1998974"/>
            <a:ext cx="113558" cy="1135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8DC4DDF-CD92-A2F9-277F-ACFD0CC5E54B}"/>
              </a:ext>
            </a:extLst>
          </p:cNvPr>
          <p:cNvCxnSpPr>
            <a:stCxn id="45" idx="2"/>
            <a:endCxn id="39" idx="0"/>
          </p:cNvCxnSpPr>
          <p:nvPr/>
        </p:nvCxnSpPr>
        <p:spPr>
          <a:xfrm>
            <a:off x="1231045" y="2115035"/>
            <a:ext cx="1073" cy="14806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B5EF111-7A33-A298-32FA-1553C5539474}"/>
              </a:ext>
            </a:extLst>
          </p:cNvPr>
          <p:cNvCxnSpPr/>
          <p:nvPr/>
        </p:nvCxnSpPr>
        <p:spPr>
          <a:xfrm>
            <a:off x="1450571" y="2107975"/>
            <a:ext cx="1073" cy="14806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6756471-FE41-368C-2DB7-02EC4AE435B3}"/>
              </a:ext>
            </a:extLst>
          </p:cNvPr>
          <p:cNvCxnSpPr/>
          <p:nvPr/>
        </p:nvCxnSpPr>
        <p:spPr>
          <a:xfrm>
            <a:off x="1683084" y="2103303"/>
            <a:ext cx="1073" cy="14806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E166B73-1965-D778-6C7F-FE63EA78F948}"/>
              </a:ext>
            </a:extLst>
          </p:cNvPr>
          <p:cNvGrpSpPr/>
          <p:nvPr/>
        </p:nvGrpSpPr>
        <p:grpSpPr>
          <a:xfrm>
            <a:off x="1176395" y="1531815"/>
            <a:ext cx="551839" cy="246221"/>
            <a:chOff x="6805689" y="5450185"/>
            <a:chExt cx="551839" cy="246221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C4022F9-01F8-EB37-68EC-FCD1210720BF}"/>
                </a:ext>
              </a:extLst>
            </p:cNvPr>
            <p:cNvSpPr/>
            <p:nvPr/>
          </p:nvSpPr>
          <p:spPr>
            <a:xfrm>
              <a:off x="6805689" y="5468246"/>
              <a:ext cx="551839" cy="18470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A4FBFDF-9626-9B19-1099-10E65B4D50E4}"/>
                </a:ext>
              </a:extLst>
            </p:cNvPr>
            <p:cNvSpPr txBox="1"/>
            <p:nvPr/>
          </p:nvSpPr>
          <p:spPr>
            <a:xfrm>
              <a:off x="6820435" y="5450185"/>
              <a:ext cx="5196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DCSU</a:t>
              </a:r>
            </a:p>
          </p:txBody>
        </p: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E6C043F-656E-EFDD-33E0-2C4D091C8B02}"/>
              </a:ext>
            </a:extLst>
          </p:cNvPr>
          <p:cNvCxnSpPr>
            <a:cxnSpLocks/>
          </p:cNvCxnSpPr>
          <p:nvPr/>
        </p:nvCxnSpPr>
        <p:spPr>
          <a:xfrm>
            <a:off x="1231045" y="1735995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71F33F4-1A76-5E40-3691-8B555061FC3C}"/>
              </a:ext>
            </a:extLst>
          </p:cNvPr>
          <p:cNvCxnSpPr>
            <a:cxnSpLocks/>
          </p:cNvCxnSpPr>
          <p:nvPr/>
        </p:nvCxnSpPr>
        <p:spPr>
          <a:xfrm>
            <a:off x="1450571" y="1724654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3968CEE-420D-4A1E-DACF-1A7D33D27CDF}"/>
              </a:ext>
            </a:extLst>
          </p:cNvPr>
          <p:cNvCxnSpPr>
            <a:cxnSpLocks/>
          </p:cNvCxnSpPr>
          <p:nvPr/>
        </p:nvCxnSpPr>
        <p:spPr>
          <a:xfrm>
            <a:off x="1683084" y="1729322"/>
            <a:ext cx="0" cy="27432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3F9D803-EAA6-5C19-ECDE-996EE7606F66}"/>
              </a:ext>
            </a:extLst>
          </p:cNvPr>
          <p:cNvGrpSpPr/>
          <p:nvPr/>
        </p:nvGrpSpPr>
        <p:grpSpPr>
          <a:xfrm>
            <a:off x="239401" y="1498398"/>
            <a:ext cx="577402" cy="246221"/>
            <a:chOff x="6791470" y="5450185"/>
            <a:chExt cx="577402" cy="246221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6591344-422A-7160-7BF7-596ED88758E1}"/>
                </a:ext>
              </a:extLst>
            </p:cNvPr>
            <p:cNvSpPr/>
            <p:nvPr/>
          </p:nvSpPr>
          <p:spPr>
            <a:xfrm>
              <a:off x="6805689" y="5468246"/>
              <a:ext cx="551839" cy="18470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2FBED9C-5C67-699F-50F8-8E3803DD719D}"/>
                </a:ext>
              </a:extLst>
            </p:cNvPr>
            <p:cNvSpPr txBox="1"/>
            <p:nvPr/>
          </p:nvSpPr>
          <p:spPr>
            <a:xfrm>
              <a:off x="6791470" y="5450185"/>
              <a:ext cx="5774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Source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10F6865-35F1-03AA-6D6B-99F1C29AB6C2}"/>
              </a:ext>
            </a:extLst>
          </p:cNvPr>
          <p:cNvGrpSpPr/>
          <p:nvPr/>
        </p:nvGrpSpPr>
        <p:grpSpPr>
          <a:xfrm>
            <a:off x="244430" y="1738703"/>
            <a:ext cx="577402" cy="246221"/>
            <a:chOff x="6792364" y="5450185"/>
            <a:chExt cx="577402" cy="246221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E1904F7-BDB7-963B-34ED-96D1DF2563B8}"/>
                </a:ext>
              </a:extLst>
            </p:cNvPr>
            <p:cNvSpPr/>
            <p:nvPr/>
          </p:nvSpPr>
          <p:spPr>
            <a:xfrm>
              <a:off x="6805689" y="5468246"/>
              <a:ext cx="551839" cy="18470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11289B8-101F-324E-CCCD-86D630AF8F23}"/>
                </a:ext>
              </a:extLst>
            </p:cNvPr>
            <p:cNvSpPr txBox="1"/>
            <p:nvPr/>
          </p:nvSpPr>
          <p:spPr>
            <a:xfrm>
              <a:off x="6792364" y="5450185"/>
              <a:ext cx="5774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Source</a:t>
              </a:r>
            </a:p>
          </p:txBody>
        </p:sp>
      </p:grpSp>
      <p:sp>
        <p:nvSpPr>
          <p:cNvPr id="63" name="Right Brace 62">
            <a:extLst>
              <a:ext uri="{FF2B5EF4-FFF2-40B4-BE49-F238E27FC236}">
                <a16:creationId xmlns:a16="http://schemas.microsoft.com/office/drawing/2014/main" id="{5F1BC8E0-6039-1EE5-A0C4-55FB6087CC42}"/>
              </a:ext>
            </a:extLst>
          </p:cNvPr>
          <p:cNvSpPr/>
          <p:nvPr/>
        </p:nvSpPr>
        <p:spPr>
          <a:xfrm>
            <a:off x="850221" y="1291799"/>
            <a:ext cx="173031" cy="63933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9A2BD29-7F8A-A291-AF4B-0C830FBCB8E8}"/>
              </a:ext>
            </a:extLst>
          </p:cNvPr>
          <p:cNvGrpSpPr/>
          <p:nvPr/>
        </p:nvGrpSpPr>
        <p:grpSpPr>
          <a:xfrm>
            <a:off x="249674" y="1241305"/>
            <a:ext cx="551839" cy="246221"/>
            <a:chOff x="6805689" y="5450185"/>
            <a:chExt cx="551839" cy="246221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B31D592-A48F-C071-885F-A58D21268D35}"/>
                </a:ext>
              </a:extLst>
            </p:cNvPr>
            <p:cNvSpPr/>
            <p:nvPr/>
          </p:nvSpPr>
          <p:spPr>
            <a:xfrm>
              <a:off x="6805689" y="5468246"/>
              <a:ext cx="551839" cy="18470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7141ECC-2021-7822-8E88-195DD61B162E}"/>
                </a:ext>
              </a:extLst>
            </p:cNvPr>
            <p:cNvSpPr txBox="1"/>
            <p:nvPr/>
          </p:nvSpPr>
          <p:spPr>
            <a:xfrm>
              <a:off x="6920811" y="5450185"/>
              <a:ext cx="2952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…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C23B4D90-2323-C34D-2BF6-300BDC0CA032}"/>
              </a:ext>
            </a:extLst>
          </p:cNvPr>
          <p:cNvSpPr txBox="1"/>
          <p:nvPr/>
        </p:nvSpPr>
        <p:spPr>
          <a:xfrm>
            <a:off x="1487854" y="1181409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DDCU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D1DCC53-6ED9-7EEC-BD84-02DF30E60D34}"/>
              </a:ext>
            </a:extLst>
          </p:cNvPr>
          <p:cNvSpPr/>
          <p:nvPr/>
        </p:nvSpPr>
        <p:spPr>
          <a:xfrm>
            <a:off x="1393431" y="1304409"/>
            <a:ext cx="113558" cy="113558"/>
          </a:xfrm>
          <a:prstGeom prst="rect">
            <a:avLst/>
          </a:prstGeom>
          <a:solidFill>
            <a:srgbClr val="00FA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2B8B92A-5F0A-317A-DE52-44C212E52994}"/>
              </a:ext>
            </a:extLst>
          </p:cNvPr>
          <p:cNvSpPr/>
          <p:nvPr/>
        </p:nvSpPr>
        <p:spPr>
          <a:xfrm>
            <a:off x="1393173" y="1083425"/>
            <a:ext cx="113558" cy="1135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482AA15-1DEF-52F9-5601-F81A941CF515}"/>
              </a:ext>
            </a:extLst>
          </p:cNvPr>
          <p:cNvSpPr/>
          <p:nvPr/>
        </p:nvSpPr>
        <p:spPr>
          <a:xfrm>
            <a:off x="1586750" y="696562"/>
            <a:ext cx="113558" cy="11355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18FADFC-CBBB-87F0-2D79-0BC55D9DC4CB}"/>
              </a:ext>
            </a:extLst>
          </p:cNvPr>
          <p:cNvSpPr/>
          <p:nvPr/>
        </p:nvSpPr>
        <p:spPr>
          <a:xfrm>
            <a:off x="1590997" y="879121"/>
            <a:ext cx="113558" cy="113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ED3088D-C5F0-D3BB-526D-8C7C69D1B6B6}"/>
              </a:ext>
            </a:extLst>
          </p:cNvPr>
          <p:cNvSpPr txBox="1"/>
          <p:nvPr/>
        </p:nvSpPr>
        <p:spPr>
          <a:xfrm>
            <a:off x="1485126" y="1011212"/>
            <a:ext cx="5245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RPCM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45A5A0E-FE74-5DDD-A300-7DAD37714C32}"/>
              </a:ext>
            </a:extLst>
          </p:cNvPr>
          <p:cNvSpPr txBox="1"/>
          <p:nvPr/>
        </p:nvSpPr>
        <p:spPr>
          <a:xfrm>
            <a:off x="1681137" y="631075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PFCS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C74CC19-3FBF-CE21-B984-781CEF923D5C}"/>
              </a:ext>
            </a:extLst>
          </p:cNvPr>
          <p:cNvSpPr txBox="1"/>
          <p:nvPr/>
        </p:nvSpPr>
        <p:spPr>
          <a:xfrm>
            <a:off x="1681137" y="816303"/>
            <a:ext cx="4299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ECU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684BA4E-11A2-8AA8-5977-209E08463E37}"/>
              </a:ext>
            </a:extLst>
          </p:cNvPr>
          <p:cNvCxnSpPr>
            <a:cxnSpLocks/>
            <a:stCxn id="53" idx="0"/>
            <a:endCxn id="68" idx="2"/>
          </p:cNvCxnSpPr>
          <p:nvPr/>
        </p:nvCxnSpPr>
        <p:spPr>
          <a:xfrm flipH="1" flipV="1">
            <a:off x="1450210" y="1417967"/>
            <a:ext cx="778" cy="1138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606A2E4-86B8-837E-1682-78935567316E}"/>
              </a:ext>
            </a:extLst>
          </p:cNvPr>
          <p:cNvGrpSpPr/>
          <p:nvPr/>
        </p:nvGrpSpPr>
        <p:grpSpPr>
          <a:xfrm>
            <a:off x="2017544" y="1514258"/>
            <a:ext cx="551839" cy="637481"/>
            <a:chOff x="1176395" y="1158877"/>
            <a:chExt cx="551839" cy="637481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091DCFC-59CF-1428-53FE-0675019F412F}"/>
                </a:ext>
              </a:extLst>
            </p:cNvPr>
            <p:cNvGrpSpPr/>
            <p:nvPr/>
          </p:nvGrpSpPr>
          <p:grpSpPr>
            <a:xfrm>
              <a:off x="1176395" y="1158877"/>
              <a:ext cx="551839" cy="246221"/>
              <a:chOff x="6805689" y="5450185"/>
              <a:chExt cx="551839" cy="246221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AEE1B1F0-4D73-16CB-F6D4-F67DB858B7C2}"/>
                  </a:ext>
                </a:extLst>
              </p:cNvPr>
              <p:cNvSpPr/>
              <p:nvPr/>
            </p:nvSpPr>
            <p:spPr>
              <a:xfrm>
                <a:off x="6805689" y="5468246"/>
                <a:ext cx="551839" cy="18470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F51C7DF-4844-4852-1993-A2ADACA316AC}"/>
                  </a:ext>
                </a:extLst>
              </p:cNvPr>
              <p:cNvSpPr txBox="1"/>
              <p:nvPr/>
            </p:nvSpPr>
            <p:spPr>
              <a:xfrm>
                <a:off x="6820435" y="5450185"/>
                <a:ext cx="52129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MBSU</a:t>
                </a:r>
              </a:p>
            </p:txBody>
          </p:sp>
        </p:grp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351019C-1181-2D89-C0BF-4C7AB93C27DF}"/>
                </a:ext>
              </a:extLst>
            </p:cNvPr>
            <p:cNvSpPr/>
            <p:nvPr/>
          </p:nvSpPr>
          <p:spPr>
            <a:xfrm>
              <a:off x="1204772" y="1472526"/>
              <a:ext cx="113558" cy="113558"/>
            </a:xfrm>
            <a:prstGeom prst="rect">
              <a:avLst/>
            </a:prstGeom>
            <a:solidFill>
              <a:srgbClr val="00FA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9A33767-A566-33B6-0CCE-12E984210895}"/>
                </a:ext>
              </a:extLst>
            </p:cNvPr>
            <p:cNvSpPr/>
            <p:nvPr/>
          </p:nvSpPr>
          <p:spPr>
            <a:xfrm>
              <a:off x="1403419" y="1472526"/>
              <a:ext cx="113558" cy="113558"/>
            </a:xfrm>
            <a:prstGeom prst="rect">
              <a:avLst/>
            </a:prstGeom>
            <a:solidFill>
              <a:srgbClr val="00FA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10968A4-296F-45E5-3AB5-76C87F862580}"/>
                </a:ext>
              </a:extLst>
            </p:cNvPr>
            <p:cNvSpPr/>
            <p:nvPr/>
          </p:nvSpPr>
          <p:spPr>
            <a:xfrm>
              <a:off x="1199901" y="1682800"/>
              <a:ext cx="113558" cy="11355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0A33EF4-582E-90AF-2956-B7893733B9FC}"/>
                </a:ext>
              </a:extLst>
            </p:cNvPr>
            <p:cNvSpPr/>
            <p:nvPr/>
          </p:nvSpPr>
          <p:spPr>
            <a:xfrm>
              <a:off x="1407166" y="1681725"/>
              <a:ext cx="113558" cy="11355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FD1A0D3-F2A4-6F60-6811-4C3F55A3DC8B}"/>
                </a:ext>
              </a:extLst>
            </p:cNvPr>
            <p:cNvCxnSpPr>
              <a:cxnSpLocks/>
              <a:stCxn id="79" idx="2"/>
              <a:endCxn id="81" idx="0"/>
            </p:cNvCxnSpPr>
            <p:nvPr/>
          </p:nvCxnSpPr>
          <p:spPr>
            <a:xfrm>
              <a:off x="1460198" y="1586084"/>
              <a:ext cx="3747" cy="9564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EB2104C3-50AA-6C0D-A629-60C97B236A86}"/>
                </a:ext>
              </a:extLst>
            </p:cNvPr>
            <p:cNvCxnSpPr>
              <a:cxnSpLocks/>
              <a:stCxn id="78" idx="2"/>
              <a:endCxn id="80" idx="0"/>
            </p:cNvCxnSpPr>
            <p:nvPr/>
          </p:nvCxnSpPr>
          <p:spPr>
            <a:xfrm flipH="1">
              <a:off x="1256680" y="1586084"/>
              <a:ext cx="4871" cy="967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Oval 85">
            <a:extLst>
              <a:ext uri="{FF2B5EF4-FFF2-40B4-BE49-F238E27FC236}">
                <a16:creationId xmlns:a16="http://schemas.microsoft.com/office/drawing/2014/main" id="{C065619A-BCB0-E36F-62BB-8A595A8B1D38}"/>
              </a:ext>
            </a:extLst>
          </p:cNvPr>
          <p:cNvSpPr/>
          <p:nvPr/>
        </p:nvSpPr>
        <p:spPr>
          <a:xfrm>
            <a:off x="3145273" y="2776066"/>
            <a:ext cx="147643" cy="1465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Arc 86">
            <a:extLst>
              <a:ext uri="{FF2B5EF4-FFF2-40B4-BE49-F238E27FC236}">
                <a16:creationId xmlns:a16="http://schemas.microsoft.com/office/drawing/2014/main" id="{4915E531-AB5E-F8A0-5667-FA8F918E15F4}"/>
              </a:ext>
            </a:extLst>
          </p:cNvPr>
          <p:cNvSpPr/>
          <p:nvPr/>
        </p:nvSpPr>
        <p:spPr>
          <a:xfrm>
            <a:off x="4805789" y="1540306"/>
            <a:ext cx="1173028" cy="1235814"/>
          </a:xfrm>
          <a:prstGeom prst="arc">
            <a:avLst>
              <a:gd name="adj1" fmla="val 726198"/>
              <a:gd name="adj2" fmla="val 6939568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44FD9C53-AB4F-5097-A9BF-6BA3B878E1F0}"/>
              </a:ext>
            </a:extLst>
          </p:cNvPr>
          <p:cNvSpPr/>
          <p:nvPr/>
        </p:nvSpPr>
        <p:spPr>
          <a:xfrm>
            <a:off x="5952310" y="3545262"/>
            <a:ext cx="1173028" cy="1235814"/>
          </a:xfrm>
          <a:prstGeom prst="arc">
            <a:avLst>
              <a:gd name="adj1" fmla="val 10943355"/>
              <a:gd name="adj2" fmla="val 17621727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Arc 88">
            <a:extLst>
              <a:ext uri="{FF2B5EF4-FFF2-40B4-BE49-F238E27FC236}">
                <a16:creationId xmlns:a16="http://schemas.microsoft.com/office/drawing/2014/main" id="{E66C9F95-7B49-886F-D1F4-5358DD28D782}"/>
              </a:ext>
            </a:extLst>
          </p:cNvPr>
          <p:cNvSpPr/>
          <p:nvPr/>
        </p:nvSpPr>
        <p:spPr>
          <a:xfrm>
            <a:off x="2823880" y="537662"/>
            <a:ext cx="1804551" cy="2402082"/>
          </a:xfrm>
          <a:prstGeom prst="arc">
            <a:avLst>
              <a:gd name="adj1" fmla="val 4648070"/>
              <a:gd name="adj2" fmla="val 6939568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75E58DC-50D5-31BE-0940-A68C665882D7}"/>
              </a:ext>
            </a:extLst>
          </p:cNvPr>
          <p:cNvCxnSpPr>
            <a:cxnSpLocks/>
          </p:cNvCxnSpPr>
          <p:nvPr/>
        </p:nvCxnSpPr>
        <p:spPr>
          <a:xfrm>
            <a:off x="2300596" y="1722770"/>
            <a:ext cx="3747" cy="956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B11D6ED-EB87-798E-E52B-31B739E2753C}"/>
              </a:ext>
            </a:extLst>
          </p:cNvPr>
          <p:cNvCxnSpPr>
            <a:cxnSpLocks/>
          </p:cNvCxnSpPr>
          <p:nvPr/>
        </p:nvCxnSpPr>
        <p:spPr>
          <a:xfrm flipH="1">
            <a:off x="2097078" y="1722770"/>
            <a:ext cx="4871" cy="967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3A5227A-5C7A-D541-A9A5-2F51C49B3751}"/>
              </a:ext>
            </a:extLst>
          </p:cNvPr>
          <p:cNvCxnSpPr>
            <a:cxnSpLocks/>
          </p:cNvCxnSpPr>
          <p:nvPr/>
        </p:nvCxnSpPr>
        <p:spPr>
          <a:xfrm flipH="1">
            <a:off x="2494446" y="1722770"/>
            <a:ext cx="4871" cy="967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0548A88-DDAD-A711-5155-2DBE208920EA}"/>
              </a:ext>
            </a:extLst>
          </p:cNvPr>
          <p:cNvSpPr txBox="1"/>
          <p:nvPr/>
        </p:nvSpPr>
        <p:spPr>
          <a:xfrm>
            <a:off x="2392480" y="1756764"/>
            <a:ext cx="213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.</a:t>
            </a:r>
          </a:p>
          <a:p>
            <a:r>
              <a:rPr lang="en-US" sz="800" b="1" dirty="0"/>
              <a:t>.</a:t>
            </a:r>
          </a:p>
          <a:p>
            <a:r>
              <a:rPr lang="en-US" sz="800" b="1" dirty="0"/>
              <a:t>.</a:t>
            </a:r>
          </a:p>
        </p:txBody>
      </p: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67A9BEB6-8308-E401-D2F8-75BEAAE03233}"/>
              </a:ext>
            </a:extLst>
          </p:cNvPr>
          <p:cNvCxnSpPr>
            <a:cxnSpLocks/>
            <a:stCxn id="69" idx="0"/>
            <a:endCxn id="71" idx="1"/>
          </p:cNvCxnSpPr>
          <p:nvPr/>
        </p:nvCxnSpPr>
        <p:spPr>
          <a:xfrm rot="5400000" flipH="1" flipV="1">
            <a:off x="1446712" y="939141"/>
            <a:ext cx="147525" cy="1410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Elbow Connector 94">
            <a:extLst>
              <a:ext uri="{FF2B5EF4-FFF2-40B4-BE49-F238E27FC236}">
                <a16:creationId xmlns:a16="http://schemas.microsoft.com/office/drawing/2014/main" id="{E0D85EF5-4D16-92C4-AF9F-AB59EA6C3760}"/>
              </a:ext>
            </a:extLst>
          </p:cNvPr>
          <p:cNvCxnSpPr>
            <a:cxnSpLocks/>
            <a:stCxn id="69" idx="0"/>
            <a:endCxn id="70" idx="1"/>
          </p:cNvCxnSpPr>
          <p:nvPr/>
        </p:nvCxnSpPr>
        <p:spPr>
          <a:xfrm rot="5400000" flipH="1" flipV="1">
            <a:off x="1353309" y="849984"/>
            <a:ext cx="330084" cy="13679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4EA2A40-6D40-8120-8B31-B5E075A3C46D}"/>
              </a:ext>
            </a:extLst>
          </p:cNvPr>
          <p:cNvCxnSpPr>
            <a:cxnSpLocks/>
            <a:stCxn id="68" idx="0"/>
            <a:endCxn id="69" idx="2"/>
          </p:cNvCxnSpPr>
          <p:nvPr/>
        </p:nvCxnSpPr>
        <p:spPr>
          <a:xfrm flipH="1" flipV="1">
            <a:off x="1449952" y="1196983"/>
            <a:ext cx="258" cy="1074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57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1135</TotalTime>
  <Words>118</Words>
  <Application>Microsoft Macintosh PowerPoint</Application>
  <PresentationFormat>Widescreen</PresentationFormat>
  <Paragraphs>59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Rashi Jain</dc:creator>
  <cp:lastModifiedBy>Rashi Jain</cp:lastModifiedBy>
  <cp:revision>8</cp:revision>
  <dcterms:created xsi:type="dcterms:W3CDTF">2025-08-08T23:13:29Z</dcterms:created>
  <dcterms:modified xsi:type="dcterms:W3CDTF">2025-08-27T07:14:49Z</dcterms:modified>
</cp:coreProperties>
</file>